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C852-7F32-CF5F-57B1-070738D5A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A2FCB-F25B-511D-EAE5-1521F41A7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141F8-81FE-323B-8158-434C4E49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9E8D-76DC-9F27-5B75-AFF073F1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1D383-6028-5C8B-0552-4754BEA7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6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0FB5-91C2-D35B-68F9-A2C08A6C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B568-E7E3-1E40-41DB-080B943A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1850A-DB5E-53B0-493C-301FAEBD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60DC9-53CC-8D33-0498-DB06B9C4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648F-18F5-2EA3-2AFB-E62B5883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40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BAC9-8B2B-AFA7-7792-7A60C9AE0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EEFAB-4A58-94AB-E4AC-2DA0BA86A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13BC5-120C-055D-31BA-680FDEC3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60B85-F766-77BC-28E3-37C0AAD6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8CEA9-FB08-89AE-9E2E-E7A646AE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5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7DD7-9190-3D86-3DC6-2DAB227C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A7D32-967F-371B-C78F-3C4822C5E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FBC98-92EB-4828-F826-816011757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3A68B-78A5-B5C6-9DCC-9D124E19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6EB5D-D1B7-F5CE-9CCF-6A1D9EBA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7DDFC-C68D-B622-B3D3-D1BD3D84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9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2481-CFF9-4CA8-99F0-9A140280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D5327-F82E-7A2E-ED0E-47A5FCAF3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B9CE9-6856-45E0-2CAD-37CEE724E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6214C-E6A7-8764-6C07-B4C1CC3DA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131EE-3DAC-1A2B-6B04-43049C0541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F5EA8-7FF1-E0A5-AAD0-EDC33D54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0ECBE-A494-601A-BC88-A9495A84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51BBC-2C1C-F398-7D77-A67DDA20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6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91CD-69FD-9470-DD0F-8F4C0013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7B331-CA31-84DB-BEF2-35F3D19D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13259-910E-B24A-80C6-45C7338D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C99DE-F20B-A3AE-FBC4-DAE80C3A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8B5CC-92BF-C1C9-D5AE-52909CE9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9AC79-3C87-E0C7-69BE-30B251D2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9F299-40C2-FB4E-5B2B-98F5ACFF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68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FB67-8DFF-91A4-85A6-4136B4063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36AE8-4A89-9F98-F588-A58478DB3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D27DC-CDF1-CD82-FCE7-FF5F5C716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4CF9C-B80C-9CC0-70A9-381DB81A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58F4C-B994-0719-643F-BE1933F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67589-BA87-5738-4031-D3A1F279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7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6992-A5B3-2905-4830-4331DE20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1E666-C8A3-BF1D-93A8-49A8FEDE4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1583A-A67E-1610-0D2E-30CEF73A3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F1AF1-8244-2323-52D7-1E84C6B1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EC21F-2AD2-19A3-0167-FF91C5B5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6FD47-485E-4576-BC65-350E630B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5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73CCA-2088-7024-EB5D-9464C711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BE9EE-A45B-C5D0-CD80-511FBE895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B52DF-2437-668A-B094-4C26140D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06E81-7B01-9D7B-69B8-A1CF906F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754D-A023-D97F-5CDB-FCE46D34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6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939D4-3582-9EA6-5706-06DA5F1B5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E5EED-040A-7B25-511B-A7F48D92A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6177-A6F4-9BBD-756C-BB5276A8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C9352-B4D6-A094-AE5E-01B427C4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6DB0-0851-10D1-3FB7-E0278D32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3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DB1EC-7BAD-C47E-1387-41375937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5E560-D2CD-C823-348A-753F1BF1B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993ED-8CC0-E208-FD27-C57130A6E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558D4-4FA2-9544-B3CB-D7E1DA7157D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6D3D3-0F2D-ED65-EA57-D7D15BEC7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6C36-EF0A-BABA-E8AE-5289B024E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E10FB-0DCA-F941-B1F6-E86954BBA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6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5651FE-C153-637B-CC0F-74ACF1B00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55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48EF48-3468-9473-CDAF-44F36744F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45"/>
          <a:stretch>
            <a:fillRect/>
          </a:stretch>
        </p:blipFill>
        <p:spPr>
          <a:xfrm>
            <a:off x="1" y="0"/>
            <a:ext cx="12191234" cy="685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8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AE4CC9-FF73-B55C-A5FD-2C56EF357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4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99F59A-D363-3036-C7B3-9CBEA8BBF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9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D3F589-85CD-0DEE-74F1-13C51883D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4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A5B9F3-B850-12CE-2528-BA7FB104E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7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B0EE72-4190-4DFD-E399-4D2220E46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4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D6EBD5-C5D2-FBF7-BBDA-531BC4CE8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8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0D6E75-06BC-88F3-CD8D-9579FC070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4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FC98E-EB10-5AA5-C5E2-B300A6530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0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2C6F1B-8D5C-1B77-EC1C-FA258FB91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0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pradix.006@gmail.com</dc:creator>
  <cp:lastModifiedBy>pradix.006@gmail.com</cp:lastModifiedBy>
  <cp:revision>4</cp:revision>
  <dcterms:created xsi:type="dcterms:W3CDTF">2026-02-08T15:58:28Z</dcterms:created>
  <dcterms:modified xsi:type="dcterms:W3CDTF">2026-02-09T06:41:59Z</dcterms:modified>
</cp:coreProperties>
</file>